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096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-brand-banner">
            <a:extLst>
              <a:ext uri="{FF2B5EF4-FFF2-40B4-BE49-F238E27FC236}">
                <a16:creationId xmlns:a16="http://schemas.microsoft.com/office/drawing/2014/main" id="{C2DC1A8D-25BE-4834-ABC3-50BA57B99B50}"/>
              </a:ext>
            </a:extLst>
          </p:cNvPr>
          <p:cNvSpPr>
            <a:spLocks noGrp="1"/>
          </p:cNvSpPr>
          <p:nvPr/>
        </p:nvSpPr>
        <p:spPr>
          <a:xfrm>
            <a:off x="381000" y="666750"/>
            <a:ext cx="114300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1524000"/>
            <a:ext cx="3048000" cy="3048000"/>
          </a:xfrm>
          <a:prstGeom prst="rect">
            <a:avLst/>
          </a:prstGeom>
        </p:spPr>
      </p:pic>
      <p:sp>
        <p:nvSpPr>
          <p:cNvPr id="3" name="brand-eyebrow">
            <a:extLst>
              <a:ext uri="{FF2B5EF4-FFF2-40B4-BE49-F238E27FC236}">
                <a16:creationId xmlns:a16="http://schemas.microsoft.com/office/drawing/2014/main" id="{3EA42094-050E-4F2D-B8CD-7186EE5F68B5}"/>
              </a:ext>
            </a:extLst>
          </p:cNvPr>
          <p:cNvSpPr>
            <a:spLocks noGrp="1"/>
          </p:cNvSpPr>
          <p:nvPr/>
        </p:nvSpPr>
        <p:spPr>
          <a:xfrm>
            <a:off x="4476750" y="1739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600" b="1" dirty="0">
                <a:solidFill>
                  <a:srgbClr val="000000"/>
                </a:solidFill>
              </a:rPr>
              <a:t>SKETCHOU</a:t>
            </a:r>
          </a:p>
        </p:txBody>
      </p:sp>
      <p:sp>
        <p:nvSpPr>
          <p:cNvPr id="4" name="brand-title">
            <a:extLst>
              <a:ext uri="{FF2B5EF4-FFF2-40B4-BE49-F238E27FC236}">
                <a16:creationId xmlns:a16="http://schemas.microsoft.com/office/drawing/2014/main" id="{8853EB58-8155-4801-B664-10CF9D956C46}"/>
              </a:ext>
            </a:extLst>
          </p:cNvPr>
          <p:cNvSpPr>
            <a:spLocks noGrp="1"/>
          </p:cNvSpPr>
          <p:nvPr/>
        </p:nvSpPr>
        <p:spPr>
          <a:xfrm>
            <a:off x="4451350" y="2127250"/>
            <a:ext cx="3714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0" b="1">
                <a:solidFill>
                  <a:srgbClr val="000000"/>
                </a:solidFill>
              </a:defRPr>
            </a:pPr>
            <a:r>
              <a:rPr sz="6600" b="1" dirty="0" err="1">
                <a:solidFill>
                  <a:srgbClr val="000000"/>
                </a:solidFill>
              </a:rPr>
              <a:t>Sketchou</a:t>
            </a:r>
            <a:endParaRPr sz="6600" b="1" dirty="0">
              <a:solidFill>
                <a:srgbClr val="000000"/>
              </a:solidFill>
            </a:endParaRPr>
          </a:p>
        </p:txBody>
      </p:sp>
      <p:sp>
        <p:nvSpPr>
          <p:cNvPr id="5" name="ppt-lockup">
            <a:extLst>
              <a:ext uri="{FF2B5EF4-FFF2-40B4-BE49-F238E27FC236}">
                <a16:creationId xmlns:a16="http://schemas.microsoft.com/office/drawing/2014/main" id="{39F97FDA-5D40-4D81-9A5F-AC7204B27ED6}"/>
              </a:ext>
            </a:extLst>
          </p:cNvPr>
          <p:cNvSpPr>
            <a:spLocks noGrp="1"/>
          </p:cNvSpPr>
          <p:nvPr/>
        </p:nvSpPr>
        <p:spPr>
          <a:xfrm>
            <a:off x="7844971" y="2562679"/>
            <a:ext cx="879022" cy="391885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 dirty="0">
                <a:solidFill>
                  <a:srgbClr val="FFFFFF"/>
                </a:solidFill>
              </a:rPr>
              <a:t>PPT</a:t>
            </a:r>
          </a:p>
        </p:txBody>
      </p:sp>
      <p:sp>
        <p:nvSpPr>
          <p:cNvPr id="6" name="author-credit">
            <a:extLst>
              <a:ext uri="{FF2B5EF4-FFF2-40B4-BE49-F238E27FC236}">
                <a16:creationId xmlns:a16="http://schemas.microsoft.com/office/drawing/2014/main" id="{F1F068D2-A4BD-445C-B4B2-7CEA1A428076}"/>
              </a:ext>
            </a:extLst>
          </p:cNvPr>
          <p:cNvSpPr>
            <a:spLocks noGrp="1"/>
          </p:cNvSpPr>
          <p:nvPr/>
        </p:nvSpPr>
        <p:spPr>
          <a:xfrm>
            <a:off x="4476750" y="3321050"/>
            <a:ext cx="571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325">
                <a:solidFill>
                  <a:srgbClr val="000000"/>
                </a:solidFill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Powered by Hsiao, Chao-Hsiang</a:t>
            </a:r>
          </a:p>
        </p:txBody>
      </p:sp>
      <p:sp>
        <p:nvSpPr>
          <p:cNvPr id="7" name="feature-line">
            <a:extLst>
              <a:ext uri="{FF2B5EF4-FFF2-40B4-BE49-F238E27FC236}">
                <a16:creationId xmlns:a16="http://schemas.microsoft.com/office/drawing/2014/main" id="{3FAA0D38-551D-460E-A595-D4697C628E36}"/>
              </a:ext>
            </a:extLst>
          </p:cNvPr>
          <p:cNvSpPr>
            <a:spLocks noGrp="1"/>
          </p:cNvSpPr>
          <p:nvPr/>
        </p:nvSpPr>
        <p:spPr>
          <a:xfrm>
            <a:off x="4476750" y="40830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0000"/>
                </a:solidFill>
              </a:defRPr>
            </a:pPr>
            <a:r>
              <a:rPr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MAGNETIC TRACE   /   EDITABLE VECTOR   /   POWERPOINT</a:t>
            </a:r>
          </a:p>
        </p:txBody>
      </p:sp>
    </p:spTree>
    <p:extLst>
      <p:ext uri="{BB962C8B-B14F-4D97-AF65-F5344CB8AC3E}">
        <p14:creationId xmlns:p14="http://schemas.microsoft.com/office/powerpoint/2010/main" val="6968899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DocSecurity>0</DocSecurity>
  <PresentationFormat>自訂</PresentationFormat>
  <Paragraphs>5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蕭兆翔</cp:lastModifiedBy>
  <cp:revision>2</cp:revision>
  <dcterms:created xsi:type="dcterms:W3CDTF">2026-09-01T07:39:26Z</dcterms:created>
  <dcterms:modified xsi:type="dcterms:W3CDTF">2026-09-01T08:07:24Z</dcterms:modified>
</cp:coreProperties>
</file>