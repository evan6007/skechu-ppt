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1c4c86a57948ae" /><Relationship Type="http://schemas.openxmlformats.org/officeDocument/2006/relationships/extended-properties" Target="/docProps/app.xml" Id="R90c87063e5fd46d8" /><Relationship Type="http://schemas.openxmlformats.org/officeDocument/2006/relationships/officeDocument" Target="/ppt/presentation.xml" Id="R353ef761223949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ebb4056f334b78"/>
  </p:sldMasterIdLst>
  <p:notesMasterIdLst>
    <p:notesMasterId xmlns:r="http://schemas.openxmlformats.org/officeDocument/2006/relationships" r:id="Rc5b009d1375e4044"/>
  </p:notesMasterIdLst>
  <p:sldIdLst>
    <p:sldId xmlns:r="http://schemas.openxmlformats.org/officeDocument/2006/relationships" id="256" r:id="Rcaca683e14b948d9"/>
  </p:sldIdLst>
  <p:sldSz cx="12192000" cy="609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8b040439e34ffa" /><Relationship Type="http://schemas.openxmlformats.org/officeDocument/2006/relationships/slideMaster" Target="/ppt/slideMasters/slideMaster1.xml" Id="R3aebb4056f334b78" /><Relationship Type="http://schemas.openxmlformats.org/officeDocument/2006/relationships/notesMaster" Target="/ppt/notesMasters/notesMaster1.xml" Id="Rc5b009d1375e4044" /><Relationship Type="http://schemas.openxmlformats.org/officeDocument/2006/relationships/presProps" Target="/ppt/presProps.xml" Id="R290e5fce4d0b457c" /><Relationship Type="http://schemas.openxmlformats.org/officeDocument/2006/relationships/viewProps" Target="/ppt/viewProps.xml" Id="R673e123f97d04903" /><Relationship Type="http://schemas.openxmlformats.org/officeDocument/2006/relationships/tableStyles" Target="/ppt/tableStyles.xml" Id="Rc662afdc1ea9432c" /><Relationship Type="http://schemas.openxmlformats.org/officeDocument/2006/relationships/slide" Target="/ppt/slides/slide1.xml" Id="Rcaca683e14b948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bd4173244747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40ef0ff4044a59" /><Relationship Type="http://schemas.openxmlformats.org/officeDocument/2006/relationships/notesMaster" Target="/ppt/notesMasters/notesMaster1.xml" Id="Rf5d50dd950f842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33cacb1be4a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f2b73d32dd4d97" /><Relationship Type="http://schemas.openxmlformats.org/officeDocument/2006/relationships/slideLayout" Target="/ppt/slideLayouts/slideLayout1.xml" Id="Rd06c695e957e4f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6c695e957e4f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2c214b6fc468a" /><Relationship Type="http://schemas.openxmlformats.org/officeDocument/2006/relationships/image" Target="/ppt/media/image.png" Id="Ra4859f7d2845438a" /><Relationship Type="http://schemas.openxmlformats.org/officeDocument/2006/relationships/notesSlide" Target="/ppt/notesSlides/notesSlide1.xml" Id="Rad6240541d3c45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white-brand-banner">
            <a:extLst xmlns:a="http://schemas.openxmlformats.org/drawingml/2006/main">
              <a:ext uri="{FF2B5EF4-FFF2-40B4-BE49-F238E27FC236}">
                <a16:creationId xmlns:a16="http://schemas.microsoft.com/office/drawing/2014/main" id="{C2DC1A8D-25BE-4834-ABC3-50BA57B9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6750"/>
            <a:ext cx="1143000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59f7d2845438a"/>
          <a:stretch xmlns:a="http://schemas.openxmlformats.org/drawingml/2006/main"/>
        </p:blipFill>
        <p:spPr>
          <a:xfrm xmlns:a="http://schemas.openxmlformats.org/drawingml/2006/main" flipH="0" flipV="0">
            <a:off x="800100" y="15240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3" name="brand-eyebrow">
            <a:extLst xmlns:a="http://schemas.openxmlformats.org/drawingml/2006/main">
              <a:ext uri="{FF2B5EF4-FFF2-40B4-BE49-F238E27FC236}">
                <a16:creationId xmlns:a16="http://schemas.microsoft.com/office/drawing/2014/main" id="{3EA42094-050E-4F2D-B8CD-7186EE5F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9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</a:rPr>
              <a:t>SKECHU</a:t>
            </a:r>
          </a:p>
        </p:txBody>
      </p:sp>
      <p:sp>
        <p:nvSpPr>
          <p:cNvPr id="4" name="brand-title">
            <a:extLst xmlns:a="http://schemas.openxmlformats.org/drawingml/2006/main">
              <a:ext uri="{FF2B5EF4-FFF2-40B4-BE49-F238E27FC236}">
                <a16:creationId xmlns:a16="http://schemas.microsoft.com/office/drawing/2014/main" id="{8853EB58-8155-4801-B664-10CF9D95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12725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600" b="1">
                <a:solidFill>
                  <a:srgbClr val="000000"/>
                </a:solidFill>
              </a:defRPr>
            </a:pPr>
            <a:r>
              <a:rPr sz="6600" b="1">
                <a:solidFill>
                  <a:srgbClr val="000000"/>
                </a:solidFill>
              </a:rPr>
              <a:t>Skechu</a:t>
            </a:r>
            <a:endParaRPr sz="6600" b="1">
              <a:solidFill>
                <a:srgbClr val="000000"/>
              </a:solidFill>
            </a:endParaRPr>
          </a:p>
        </p:txBody>
      </p:sp>
      <p:sp>
        <p:nvSpPr>
          <p:cNvPr id="5" name="ppt-lockup">
            <a:extLst xmlns:a="http://schemas.openxmlformats.org/drawingml/2006/main">
              <a:ext uri="{FF2B5EF4-FFF2-40B4-BE49-F238E27FC236}">
                <a16:creationId xmlns:a16="http://schemas.microsoft.com/office/drawing/2014/main" id="{39F97FDA-5D40-4D81-9A5F-AC7204B2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13660"/>
            <a:ext cx="879022" cy="40386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15240" bIns="6096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PPT</a:t>
            </a:r>
          </a:p>
        </p:txBody>
      </p:sp>
      <p:sp>
        <p:nvSpPr>
          <p:cNvPr id="6" name="author-credit">
            <a:extLst xmlns:a="http://schemas.openxmlformats.org/drawingml/2006/main">
              <a:ext uri="{FF2B5EF4-FFF2-40B4-BE49-F238E27FC236}">
                <a16:creationId xmlns:a16="http://schemas.microsoft.com/office/drawing/2014/main" id="{F1F068D2-A4BD-445C-B4B2-7CEA1A42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10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000000"/>
                </a:solidFill>
              </a:defRPr>
            </a:pPr>
            <a:r>
              <a:rPr sz="2800">
                <a:solidFill>
                  <a:schemeClr val="tx1">
                    <a:lumMod val="95000"/>
                    <a:lumOff val="5000"/>
                  </a:schemeClr>
                </a:solidFill>
              </a:rPr>
              <a:t>Powered by Hsiao, Chao-Hsiang</a:t>
            </a:r>
          </a:p>
        </p:txBody>
      </p:sp>
      <p:sp>
        <p:nvSpPr>
          <p:cNvPr id="7" name="feature-line">
            <a:extLst xmlns:a="http://schemas.openxmlformats.org/drawingml/2006/main">
              <a:ext uri="{FF2B5EF4-FFF2-40B4-BE49-F238E27FC236}">
                <a16:creationId xmlns:a16="http://schemas.microsoft.com/office/drawing/2014/main" id="{3FAA0D38-551D-460E-A595-D4697C62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830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0000"/>
                </a:solidFill>
              </a:defRPr>
            </a:pPr>
            <a:r>
              <a:rPr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MAGNETIC TRACE   /   EDITABLE VECTOR   /   POWERPOINT</a:t>
            </a:r>
          </a:p>
        </p:txBody>
      </p:sp>
    </p:spTree>
    <p:extLst>
      <p:ext uri="{BB962C8B-B14F-4D97-AF65-F5344CB8AC3E}">
        <p14:creationId xmlns:p14="http://schemas.microsoft.com/office/powerpoint/2010/main" val="696889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2026-09-01T09:16:49.9490000Z</dcterms:created>
  <dcterms:modified xsi:type="dcterms:W3CDTF">2026-09-01T09:16:49.9490000Z</dcterms:modified>
</coreProperties>
</file>